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502920"/>
            <a:ext cx="54864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Financial</a:t>
            </a:r>
            <a:endParaRPr lang="en-US" sz="3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Pipeline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11480" y="2606040"/>
            <a:ext cx="5943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+ ETL Pipeline  |  HuggingFace · Airflow · PostgreSQL · FastAPI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1480" y="3063240"/>
            <a:ext cx="5394960" cy="15087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31546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</a:rPr>
              <a:t>📄  Resume Description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347472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a real-time NLP pipeline that ingests financial news from 5+ RSS feeds, classifies sentiment using fine-tuned DistilBERT (HuggingFace Transformers), and loads structured predictions into a PostgreSQL warehouse via Apache Airflow ETL workflow. Processed 10,000+ articles with sub-2s inference latency.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126480" y="640080"/>
            <a:ext cx="1325880" cy="11887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126480" y="73152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8BDF8"/>
                </a:solidFill>
              </a:rPr>
              <a:t>110+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6126480" y="1389888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Articles/Run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7589520" y="640080"/>
            <a:ext cx="1325880" cy="11887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589520" y="73152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2C55E"/>
                </a:solidFill>
              </a:rPr>
              <a:t>&lt;2s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7589520" y="1389888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Inference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126480" y="2057400"/>
            <a:ext cx="1325880" cy="11887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126480" y="214884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9E0B"/>
                </a:solidFill>
              </a:rPr>
              <a:t>5+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126480" y="2807208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RSS Sources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589520" y="2057400"/>
            <a:ext cx="1325880" cy="11887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589520" y="214884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4B8A6"/>
                </a:solidFill>
              </a:rPr>
              <a:t>37%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7589520" y="2807208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Positive Today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126480" y="3566160"/>
            <a:ext cx="914400" cy="274320"/>
          </a:xfrm>
          <a:prstGeom prst="rect">
            <a:avLst/>
          </a:prstGeom>
          <a:solidFill>
            <a:srgbClr val="1E2761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26480" y="35661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8BDF8"/>
                </a:solidFill>
              </a:rPr>
              <a:t>HuggingFace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7104888" y="3566160"/>
            <a:ext cx="914400" cy="274320"/>
          </a:xfrm>
          <a:prstGeom prst="rect">
            <a:avLst/>
          </a:prstGeom>
          <a:solidFill>
            <a:srgbClr val="1E2761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04888" y="35661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8BDF8"/>
                </a:solidFill>
              </a:rPr>
              <a:t>DistilBERT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8083296" y="3566160"/>
            <a:ext cx="914400" cy="274320"/>
          </a:xfrm>
          <a:prstGeom prst="rect">
            <a:avLst/>
          </a:prstGeom>
          <a:solidFill>
            <a:srgbClr val="1E2761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083296" y="35661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8BDF8"/>
                </a:solidFill>
              </a:rPr>
              <a:t>Airflow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6126480" y="3913632"/>
            <a:ext cx="914400" cy="274320"/>
          </a:xfrm>
          <a:prstGeom prst="rect">
            <a:avLst/>
          </a:prstGeom>
          <a:solidFill>
            <a:srgbClr val="1E2761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26480" y="391363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8BDF8"/>
                </a:solidFill>
              </a:rPr>
              <a:t>PostgreSQL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7104888" y="3913632"/>
            <a:ext cx="914400" cy="274320"/>
          </a:xfrm>
          <a:prstGeom prst="rect">
            <a:avLst/>
          </a:prstGeom>
          <a:solidFill>
            <a:srgbClr val="1E2761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104888" y="391363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8BDF8"/>
                </a:solidFill>
              </a:rPr>
              <a:t>FastAPI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8083296" y="3913632"/>
            <a:ext cx="914400" cy="274320"/>
          </a:xfrm>
          <a:prstGeom prst="rect">
            <a:avLst/>
          </a:prstGeom>
          <a:solidFill>
            <a:srgbClr val="1E2761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083296" y="391363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8BDF8"/>
                </a:solidFill>
              </a:rPr>
              <a:t>pandas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60350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Extract → Transform → Load → Serve  |  Scheduled every 30 minutes via Apache Airflow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82880" y="1005840"/>
            <a:ext cx="2057400" cy="3200400"/>
          </a:xfrm>
          <a:prstGeom prst="rect">
            <a:avLst/>
          </a:prstGeom>
          <a:solidFill>
            <a:srgbClr val="161B22"/>
          </a:solidFill>
          <a:ln w="254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2880" y="1005840"/>
            <a:ext cx="2057400" cy="4572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" name="Text 5"/>
          <p:cNvSpPr/>
          <p:nvPr/>
        </p:nvSpPr>
        <p:spPr>
          <a:xfrm>
            <a:off x="182880" y="100584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117"/>
                </a:solidFill>
              </a:rPr>
              <a:t>EXTRACT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1572768"/>
            <a:ext cx="914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📡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74320" y="2286000"/>
            <a:ext cx="1874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5+ RSS Feeds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feedparser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423160" y="1005840"/>
            <a:ext cx="2057400" cy="3200400"/>
          </a:xfrm>
          <a:prstGeom prst="rect">
            <a:avLst/>
          </a:prstGeom>
          <a:solidFill>
            <a:srgbClr val="161B22"/>
          </a:solidFill>
          <a:ln w="2540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23160" y="1005840"/>
            <a:ext cx="2057400" cy="4572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2" name="Text 10"/>
          <p:cNvSpPr/>
          <p:nvPr/>
        </p:nvSpPr>
        <p:spPr>
          <a:xfrm>
            <a:off x="2423160" y="100584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117"/>
                </a:solidFill>
              </a:rPr>
              <a:t>TRANSFORM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971800" y="1572768"/>
            <a:ext cx="914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🧠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2514600" y="2286000"/>
            <a:ext cx="1874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DistilBERT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HuggingFace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63440" y="1005840"/>
            <a:ext cx="2057400" cy="3200400"/>
          </a:xfrm>
          <a:prstGeom prst="rect">
            <a:avLst/>
          </a:prstGeom>
          <a:solidFill>
            <a:srgbClr val="161B22"/>
          </a:solidFill>
          <a:ln w="25400">
            <a:solidFill>
              <a:srgbClr val="14B8A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63440" y="1005840"/>
            <a:ext cx="2057400" cy="4572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7" name="Text 15"/>
          <p:cNvSpPr/>
          <p:nvPr/>
        </p:nvSpPr>
        <p:spPr>
          <a:xfrm>
            <a:off x="4663440" y="100584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117"/>
                </a:solidFill>
              </a:rPr>
              <a:t>LOAD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212080" y="1572768"/>
            <a:ext cx="914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🗄️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4754880" y="2286000"/>
            <a:ext cx="1874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903720" y="1005840"/>
            <a:ext cx="2057400" cy="3200400"/>
          </a:xfrm>
          <a:prstGeom prst="rect">
            <a:avLst/>
          </a:prstGeom>
          <a:solidFill>
            <a:srgbClr val="161B22"/>
          </a:solidFill>
          <a:ln w="2540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903720" y="1005840"/>
            <a:ext cx="2057400" cy="45720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2" name="Text 20"/>
          <p:cNvSpPr/>
          <p:nvPr/>
        </p:nvSpPr>
        <p:spPr>
          <a:xfrm>
            <a:off x="6903720" y="100584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117"/>
                </a:solidFill>
              </a:rPr>
              <a:t>SERVE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452360" y="1572768"/>
            <a:ext cx="914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🖥️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6995160" y="2286000"/>
            <a:ext cx="1874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258568" y="2560320"/>
            <a:ext cx="164592" cy="36576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26" name="Shape 24"/>
          <p:cNvSpPr/>
          <p:nvPr/>
        </p:nvSpPr>
        <p:spPr>
          <a:xfrm>
            <a:off x="4498848" y="2560320"/>
            <a:ext cx="164592" cy="36576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27" name="Shape 25"/>
          <p:cNvSpPr/>
          <p:nvPr/>
        </p:nvSpPr>
        <p:spPr>
          <a:xfrm>
            <a:off x="6739128" y="2560320"/>
            <a:ext cx="164592" cy="36576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28" name="Shape 26"/>
          <p:cNvSpPr/>
          <p:nvPr/>
        </p:nvSpPr>
        <p:spPr>
          <a:xfrm>
            <a:off x="182880" y="4343400"/>
            <a:ext cx="877824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434340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8BDF8"/>
                </a:solidFill>
              </a:rPr>
              <a:t>⚡  Apache Airflow DAG  |  Cron: */30 * * * *  |  Max 1 concurrent run  |  2 retries  |  Full audit log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Live Dashboard Results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60350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Real data from pipeline run — 110 articles classified from 5 RSS feeds on March 15, 2026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600" y="1005840"/>
            <a:ext cx="1600200" cy="10972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28600" y="1078992"/>
            <a:ext cx="1600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8BDF8"/>
                </a:solidFill>
              </a:rPr>
              <a:t>110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228600" y="173736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Total Articles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965960" y="1005840"/>
            <a:ext cx="1600200" cy="10972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965960" y="1078992"/>
            <a:ext cx="1600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2C55E"/>
                </a:solidFill>
              </a:rPr>
              <a:t>41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965960" y="173736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Positive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703320" y="1005840"/>
            <a:ext cx="1600200" cy="10972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703320" y="1078992"/>
            <a:ext cx="1600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F4444"/>
                </a:solidFill>
              </a:rPr>
              <a:t>69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703320" y="173736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Negative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440680" y="1005840"/>
            <a:ext cx="1600200" cy="10972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440680" y="1078992"/>
            <a:ext cx="1600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2C55E"/>
                </a:solidFill>
              </a:rPr>
              <a:t>37.3%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5440680" y="173736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Positive %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178040" y="1005840"/>
            <a:ext cx="1600200" cy="10972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178040" y="1078992"/>
            <a:ext cx="1600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4B8A6"/>
                </a:solidFill>
              </a:rPr>
              <a:t>25ms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7178040" y="173736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Avg Latency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28600" y="2240280"/>
            <a:ext cx="8686800" cy="32004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21" name="Text 19"/>
          <p:cNvSpPr/>
          <p:nvPr/>
        </p:nvSpPr>
        <p:spPr>
          <a:xfrm>
            <a:off x="320040" y="22402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A3B8"/>
                </a:solidFill>
              </a:rPr>
              <a:t>Source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2468880" y="22402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A3B8"/>
                </a:solidFill>
              </a:rPr>
              <a:t>Title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617720" y="22402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A3B8"/>
                </a:solidFill>
              </a:rPr>
              <a:t>Sentiment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766560" y="22402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A3B8"/>
                </a:solidFill>
              </a:rPr>
              <a:t>Score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28600" y="2578608"/>
            <a:ext cx="8686800" cy="374904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6" name="Text 24"/>
          <p:cNvSpPr/>
          <p:nvPr/>
        </p:nvSpPr>
        <p:spPr>
          <a:xfrm>
            <a:off x="320040" y="2596896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Yahoo Finance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286000" y="2596896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A 'dividend' for your crypto? Wall Street's..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806440" y="2624328"/>
            <a:ext cx="914400" cy="274320"/>
          </a:xfrm>
          <a:prstGeom prst="rect">
            <a:avLst/>
          </a:prstGeom>
          <a:solidFill>
            <a:srgbClr val="450A0A"/>
          </a:solidFill>
          <a:ln/>
        </p:spPr>
      </p:sp>
      <p:sp>
        <p:nvSpPr>
          <p:cNvPr id="29" name="Text 27"/>
          <p:cNvSpPr/>
          <p:nvPr/>
        </p:nvSpPr>
        <p:spPr>
          <a:xfrm>
            <a:off x="5806440" y="26243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F4444"/>
                </a:solidFill>
              </a:rPr>
              <a:t>NEGATIVE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903720" y="2596896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98.3%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28600" y="2971800"/>
            <a:ext cx="8686800" cy="374904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32" name="Text 30"/>
          <p:cNvSpPr/>
          <p:nvPr/>
        </p:nvSpPr>
        <p:spPr>
          <a:xfrm>
            <a:off x="320040" y="299008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Yahoo Finance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2286000" y="2990088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Dow Jones Futures Due, Oil Prices Eye $100..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5806440" y="3017520"/>
            <a:ext cx="914400" cy="274320"/>
          </a:xfrm>
          <a:prstGeom prst="rect">
            <a:avLst/>
          </a:prstGeom>
          <a:solidFill>
            <a:srgbClr val="14532D"/>
          </a:solidFill>
          <a:ln/>
        </p:spPr>
      </p:sp>
      <p:sp>
        <p:nvSpPr>
          <p:cNvPr id="35" name="Text 33"/>
          <p:cNvSpPr/>
          <p:nvPr/>
        </p:nvSpPr>
        <p:spPr>
          <a:xfrm>
            <a:off x="5806440" y="3017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C55E"/>
                </a:solidFill>
              </a:rPr>
              <a:t>POSITIVE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903720" y="299008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81.3%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28600" y="3364992"/>
            <a:ext cx="8686800" cy="374904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8" name="Text 36"/>
          <p:cNvSpPr/>
          <p:nvPr/>
        </p:nvSpPr>
        <p:spPr>
          <a:xfrm>
            <a:off x="320040" y="338328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Yahoo Finance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2286000" y="3383280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This Internet Infrastructure Stock Plunged..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5806440" y="3410712"/>
            <a:ext cx="914400" cy="274320"/>
          </a:xfrm>
          <a:prstGeom prst="rect">
            <a:avLst/>
          </a:prstGeom>
          <a:solidFill>
            <a:srgbClr val="14532D"/>
          </a:solidFill>
          <a:ln/>
        </p:spPr>
      </p:sp>
      <p:sp>
        <p:nvSpPr>
          <p:cNvPr id="41" name="Text 39"/>
          <p:cNvSpPr/>
          <p:nvPr/>
        </p:nvSpPr>
        <p:spPr>
          <a:xfrm>
            <a:off x="5806440" y="34107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C55E"/>
                </a:solidFill>
              </a:rPr>
              <a:t>POSITIVE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903720" y="338328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75.8%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228600" y="3758184"/>
            <a:ext cx="8686800" cy="374904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44" name="Text 42"/>
          <p:cNvSpPr/>
          <p:nvPr/>
        </p:nvSpPr>
        <p:spPr>
          <a:xfrm>
            <a:off x="320040" y="377647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Yahoo Finance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2286000" y="3776472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We're Exactly 2 Months Away From a Major..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5806440" y="3803904"/>
            <a:ext cx="914400" cy="274320"/>
          </a:xfrm>
          <a:prstGeom prst="rect">
            <a:avLst/>
          </a:prstGeom>
          <a:solidFill>
            <a:srgbClr val="450A0A"/>
          </a:solidFill>
          <a:ln/>
        </p:spPr>
      </p:sp>
      <p:sp>
        <p:nvSpPr>
          <p:cNvPr id="47" name="Text 45"/>
          <p:cNvSpPr/>
          <p:nvPr/>
        </p:nvSpPr>
        <p:spPr>
          <a:xfrm>
            <a:off x="5806440" y="380390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F4444"/>
                </a:solidFill>
              </a:rPr>
              <a:t>NEGATIVE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6903720" y="3776472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67.8%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228600" y="4151376"/>
            <a:ext cx="8686800" cy="374904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50" name="Text 48"/>
          <p:cNvSpPr/>
          <p:nvPr/>
        </p:nvSpPr>
        <p:spPr>
          <a:xfrm>
            <a:off x="320040" y="4169664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Yahoo Finance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2286000" y="4169664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Is the iShares MSCI USA Quality GARP ETF..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5806440" y="4197096"/>
            <a:ext cx="914400" cy="274320"/>
          </a:xfrm>
          <a:prstGeom prst="rect">
            <a:avLst/>
          </a:prstGeom>
          <a:solidFill>
            <a:srgbClr val="14532D"/>
          </a:solidFill>
          <a:ln/>
        </p:spPr>
      </p:sp>
      <p:sp>
        <p:nvSpPr>
          <p:cNvPr id="53" name="Text 51"/>
          <p:cNvSpPr/>
          <p:nvPr/>
        </p:nvSpPr>
        <p:spPr>
          <a:xfrm>
            <a:off x="5806440" y="419709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C55E"/>
                </a:solidFill>
              </a:rPr>
              <a:t>POSITIVE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6903720" y="4169664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100.0%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228600" y="4544568"/>
            <a:ext cx="8686800" cy="374904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56" name="Text 54"/>
          <p:cNvSpPr/>
          <p:nvPr/>
        </p:nvSpPr>
        <p:spPr>
          <a:xfrm>
            <a:off x="320040" y="4562856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Yahoo Finance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2286000" y="4562856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'The straw that stirs the drink': Wall St..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5806440" y="4590288"/>
            <a:ext cx="914400" cy="274320"/>
          </a:xfrm>
          <a:prstGeom prst="rect">
            <a:avLst/>
          </a:prstGeom>
          <a:solidFill>
            <a:srgbClr val="14532D"/>
          </a:solidFill>
          <a:ln/>
        </p:spPr>
      </p:sp>
      <p:sp>
        <p:nvSpPr>
          <p:cNvPr id="59" name="Text 57"/>
          <p:cNvSpPr/>
          <p:nvPr/>
        </p:nvSpPr>
        <p:spPr>
          <a:xfrm>
            <a:off x="5806440" y="45902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C55E"/>
                </a:solidFill>
              </a:rPr>
              <a:t>POSITIVE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6903720" y="4562856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92.2%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DistilBERT Sentiment Model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60350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Fine-tuned on SST-2 (Stanford Sentiment Treebank)  •  HuggingFace Hub  •  Free, auto-downloaded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600" y="960120"/>
            <a:ext cx="4937760" cy="34747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28600" y="960120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8BDF8"/>
                </a:solidFill>
              </a:rPr>
              <a:t>Model Specs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399032"/>
            <a:ext cx="1188720" cy="3474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" y="1399032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Model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600200" y="1426464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distilbert-base-uncased-finetuned-sst-2-english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0040" y="1874520"/>
            <a:ext cx="1188720" cy="3474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320040" y="187452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Parameters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600200" y="190195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~67 Million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0040" y="2350008"/>
            <a:ext cx="1188720" cy="3474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320040" y="235000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Speed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600200" y="237744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2× faster than BERT-base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" y="2825496"/>
            <a:ext cx="1188720" cy="3474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320040" y="2825496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Labels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600200" y="285292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POSITIVE / NEGATIVE + confidence score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0040" y="3300984"/>
            <a:ext cx="1188720" cy="3474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320040" y="3300984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Latency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600200" y="3328416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25ms per article (measured live)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0040" y="3776472"/>
            <a:ext cx="1188720" cy="3474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320040" y="3776472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Source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600200" y="3803904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HuggingFace Hub — free, no API key needed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394960" y="960120"/>
            <a:ext cx="3520440" cy="34747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394960" y="960120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8BDF8"/>
                </a:solidFill>
              </a:rPr>
              <a:t>Live Predictions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440680" y="1399032"/>
            <a:ext cx="3429000" cy="512064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532120" y="142646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Nvidia GTC, Micron Earnings...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532120" y="1700784"/>
            <a:ext cx="777240" cy="182880"/>
          </a:xfrm>
          <a:prstGeom prst="rect">
            <a:avLst/>
          </a:prstGeom>
          <a:solidFill>
            <a:srgbClr val="14532D"/>
          </a:solidFill>
          <a:ln/>
        </p:spPr>
      </p:sp>
      <p:sp>
        <p:nvSpPr>
          <p:cNvPr id="30" name="Text 28"/>
          <p:cNvSpPr/>
          <p:nvPr/>
        </p:nvSpPr>
        <p:spPr>
          <a:xfrm>
            <a:off x="5532120" y="1700784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2C55E"/>
                </a:solidFill>
              </a:rPr>
              <a:t>POSITIVE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6446520" y="17099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81.3%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440680" y="1975104"/>
            <a:ext cx="3429000" cy="512064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532120" y="200253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Fed warns of inflation risks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5532120" y="2276856"/>
            <a:ext cx="777240" cy="182880"/>
          </a:xfrm>
          <a:prstGeom prst="rect">
            <a:avLst/>
          </a:prstGeom>
          <a:solidFill>
            <a:srgbClr val="450A0A"/>
          </a:solidFill>
          <a:ln/>
        </p:spPr>
      </p:sp>
      <p:sp>
        <p:nvSpPr>
          <p:cNvPr id="35" name="Text 33"/>
          <p:cNvSpPr/>
          <p:nvPr/>
        </p:nvSpPr>
        <p:spPr>
          <a:xfrm>
            <a:off x="5532120" y="2276856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F4444"/>
                </a:solidFill>
              </a:rPr>
              <a:t>NEGATIVE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6446520" y="2286000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67.8%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440680" y="2551176"/>
            <a:ext cx="3429000" cy="512064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532120" y="257860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iShares MSCI USA Quality ETF...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5532120" y="2852928"/>
            <a:ext cx="777240" cy="182880"/>
          </a:xfrm>
          <a:prstGeom prst="rect">
            <a:avLst/>
          </a:prstGeom>
          <a:solidFill>
            <a:srgbClr val="14532D"/>
          </a:solidFill>
          <a:ln/>
        </p:spPr>
      </p:sp>
      <p:sp>
        <p:nvSpPr>
          <p:cNvPr id="40" name="Text 38"/>
          <p:cNvSpPr/>
          <p:nvPr/>
        </p:nvSpPr>
        <p:spPr>
          <a:xfrm>
            <a:off x="5532120" y="2852928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2C55E"/>
                </a:solidFill>
              </a:rPr>
              <a:t>POSITIVE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6446520" y="2862072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100%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440680" y="3127248"/>
            <a:ext cx="3429000" cy="512064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32120" y="315468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2 Dirt Cheap Stocks to Buy Now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5532120" y="3429000"/>
            <a:ext cx="777240" cy="182880"/>
          </a:xfrm>
          <a:prstGeom prst="rect">
            <a:avLst/>
          </a:prstGeom>
          <a:solidFill>
            <a:srgbClr val="450A0A"/>
          </a:solidFill>
          <a:ln/>
        </p:spPr>
      </p:sp>
      <p:sp>
        <p:nvSpPr>
          <p:cNvPr id="45" name="Text 43"/>
          <p:cNvSpPr/>
          <p:nvPr/>
        </p:nvSpPr>
        <p:spPr>
          <a:xfrm>
            <a:off x="5532120" y="342900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F4444"/>
                </a:solidFill>
              </a:rPr>
              <a:t>NEGATIVE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6446520" y="3438144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99.2%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440680" y="3703320"/>
            <a:ext cx="3429000" cy="512064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532120" y="373075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My 5 Favorite Dividend Stocks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5532120" y="4005072"/>
            <a:ext cx="777240" cy="182880"/>
          </a:xfrm>
          <a:prstGeom prst="rect">
            <a:avLst/>
          </a:prstGeom>
          <a:solidFill>
            <a:srgbClr val="14532D"/>
          </a:solidFill>
          <a:ln/>
        </p:spPr>
      </p:sp>
      <p:sp>
        <p:nvSpPr>
          <p:cNvPr id="50" name="Text 48"/>
          <p:cNvSpPr/>
          <p:nvPr/>
        </p:nvSpPr>
        <p:spPr>
          <a:xfrm>
            <a:off x="5532120" y="4005072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2C55E"/>
                </a:solidFill>
              </a:rPr>
              <a:t>POSITIVE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6446520" y="4014216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99.8%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228600" y="4544568"/>
            <a:ext cx="8686800" cy="438912"/>
          </a:xfrm>
          <a:prstGeom prst="rect">
            <a:avLst/>
          </a:prstGeom>
          <a:solidFill>
            <a:srgbClr val="0D1117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65760" y="4544568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classified = classify_batch(articles, batch_size=32)  # → [{title, sentiment_label, score, latency_ms}]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Tech Stack &amp; GitHub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60350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100% free, open-source tools  •  No API keys required  •  Runs on local machine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600" y="960120"/>
            <a:ext cx="4206240" cy="914400"/>
          </a:xfrm>
          <a:prstGeom prst="rect">
            <a:avLst/>
          </a:prstGeom>
          <a:solidFill>
            <a:srgbClr val="161B22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960120"/>
            <a:ext cx="54864" cy="9144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7" name="Text 5"/>
          <p:cNvSpPr/>
          <p:nvPr/>
        </p:nvSpPr>
        <p:spPr>
          <a:xfrm>
            <a:off x="374904" y="103327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</a:rPr>
              <a:t>NLP Model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74904" y="1362456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HuggingFace Transformers, DistilBERT, PyTorch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709160" y="960120"/>
            <a:ext cx="4206240" cy="914400"/>
          </a:xfrm>
          <a:prstGeom prst="rect">
            <a:avLst/>
          </a:prstGeom>
          <a:solidFill>
            <a:srgbClr val="161B22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960120"/>
            <a:ext cx="54864" cy="9144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4855464" y="103327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Data Ingestion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55464" y="1362456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feedparser, RSS/Atom, SHA-256 de-duplication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28600" y="2011680"/>
            <a:ext cx="4206240" cy="914400"/>
          </a:xfrm>
          <a:prstGeom prst="rect">
            <a:avLst/>
          </a:prstGeom>
          <a:solidFill>
            <a:srgbClr val="161B22"/>
          </a:solidFill>
          <a:ln w="19050">
            <a:solidFill>
              <a:srgbClr val="14B8A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28600" y="2011680"/>
            <a:ext cx="54864" cy="9144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5" name="Text 13"/>
          <p:cNvSpPr/>
          <p:nvPr/>
        </p:nvSpPr>
        <p:spPr>
          <a:xfrm>
            <a:off x="374904" y="208483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</a:rPr>
              <a:t>ETL Workflow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74904" y="2414016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Apache Airflow DAG, XCom, cron scheduling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709160" y="2011680"/>
            <a:ext cx="4206240" cy="914400"/>
          </a:xfrm>
          <a:prstGeom prst="rect">
            <a:avLst/>
          </a:prstGeom>
          <a:solidFill>
            <a:srgbClr val="161B22"/>
          </a:solidFill>
          <a:ln w="1905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09160" y="2011680"/>
            <a:ext cx="54864" cy="91440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9" name="Text 17"/>
          <p:cNvSpPr/>
          <p:nvPr/>
        </p:nvSpPr>
        <p:spPr>
          <a:xfrm>
            <a:off x="4855464" y="208483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</a:rPr>
              <a:t>Database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55464" y="2414016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PostgreSQL / SQLite, SQLAlchemy ORM, 3-table schema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28600" y="3063240"/>
            <a:ext cx="4206240" cy="914400"/>
          </a:xfrm>
          <a:prstGeom prst="rect">
            <a:avLst/>
          </a:prstGeom>
          <a:solidFill>
            <a:srgbClr val="161B22"/>
          </a:solidFill>
          <a:ln w="19050">
            <a:solidFill>
              <a:srgbClr val="1A73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28600" y="3063240"/>
            <a:ext cx="54864" cy="914400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23" name="Text 21"/>
          <p:cNvSpPr/>
          <p:nvPr/>
        </p:nvSpPr>
        <p:spPr>
          <a:xfrm>
            <a:off x="374904" y="313639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73E8"/>
                </a:solidFill>
              </a:rPr>
              <a:t>API &amp; Dashboard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74904" y="3465576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FastAPI, uvicorn, HTML dashboard, REST endpoints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709160" y="3063240"/>
            <a:ext cx="4206240" cy="914400"/>
          </a:xfrm>
          <a:prstGeom prst="rect">
            <a:avLst/>
          </a:prstGeom>
          <a:solidFill>
            <a:srgbClr val="161B22"/>
          </a:solidFill>
          <a:ln w="19050">
            <a:solidFill>
              <a:srgbClr val="94A3B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09160" y="3063240"/>
            <a:ext cx="54864" cy="91440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27" name="Text 25"/>
          <p:cNvSpPr/>
          <p:nvPr/>
        </p:nvSpPr>
        <p:spPr>
          <a:xfrm>
            <a:off x="4855464" y="313639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4A3B8"/>
                </a:solidFill>
              </a:rPr>
              <a:t>Dev Tools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55464" y="3465576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Python 3.9, pandas, python-dotenv, schedule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28600" y="4114800"/>
            <a:ext cx="8686800" cy="868680"/>
          </a:xfrm>
          <a:prstGeom prst="rect">
            <a:avLst/>
          </a:prstGeom>
          <a:solidFill>
            <a:srgbClr val="1E2761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11480" y="4160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</a:rPr>
              <a:t>🐙  GitHub Repository Structure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11480" y="4453128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sentiment_pipeline/  ├── pipeline/ (extractor, transformer, loader, etl)  ├── models/ (database schema)  ├── app/ (FastAPI dashboard)  ├── dags/ (Airflow DAG)  ├── screenshots/  └── README.md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2026-03-15T16:29:16Z</dcterms:created>
  <dcterms:modified xsi:type="dcterms:W3CDTF">2026-03-15T16:29:16Z</dcterms:modified>
</cp:coreProperties>
</file>